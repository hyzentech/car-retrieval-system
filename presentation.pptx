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CB4B16"/>
                </a:solidFill>
              </a:defRPr>
            </a:pPr>
            <a:r>
              <a:t>Car Retrieval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586E75"/>
                </a:solidFill>
              </a:defRPr>
            </a:pPr>
            <a:r>
              <a:t>An End-to-End Deep Learning Approach for</a:t>
            </a:r>
          </a:p>
          <a:p>
            <a:r>
              <a:t>Indonesian Vehicle Detection and Classification</a:t>
            </a:r>
          </a:p>
          <a:p/>
          <a:p>
            <a:r>
              <a:t>Machine Learning Engineering Challenge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Challenge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Develop Object Detection Model for Cars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Classify Indonesian Car Types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Integrate both into unified pipeline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Process real-world traffic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Requirements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Detect multiple car instances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8 car type categories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CNN-based feature extraction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Deep Learning Framework (PyTorch)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57B83"/>
                </a:solidFill>
                <a:latin typeface="Courier New"/>
              </a:defRPr>
            </a:pPr>
            <a:r>
              <a:t>Input Image/Video  →  YOLOv8 Detector  →  Crop Regions  →  ResNet50 Classifier  →  Car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System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Detection Stage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YOLOv8-nano (COCO pretrained)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Filters vehicle classes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Returns BBoxes +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Classification Stage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ResNet50 backbone (ImageNet)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Custom classification head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8 output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17,171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Total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Car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13,542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Train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1,756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Test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586E75"/>
                </a:solidFill>
              </a:defRPr>
            </a:pPr>
            <a:r>
              <a:t>Crossover • Hatchback • MPV • Offroad • Pickup • Sedan • Truck • Van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Classifier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ResNet50 Backbone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Pre-trained on ImageNet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50 convolutional layers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Skip connections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24.5M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Custom Head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Global Average Pooling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Dropout (p=0.5)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FC: 2048 → 512 → 8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Softmax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Results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86.33%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Test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86.53%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86.34%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13.6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Video FPS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Per-Class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B4B16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B4B16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B4B16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CB4B16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EEE8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Crossover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Hatchback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MPV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Offroad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Pickup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Truck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657B83"/>
                          </a:solidFill>
                        </a:defRPr>
                      </a:pPr>
                      <a:r>
                        <a:t>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859900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Video Inference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2,960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Frames Processed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73.7ms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Avg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14,107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Car Detections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286000"/>
            <a:ext cx="2011680" cy="1371600"/>
          </a:xfrm>
          <a:prstGeom prst="roundRect">
            <a:avLst/>
          </a:prstGeom>
          <a:solidFill>
            <a:srgbClr val="EEE8D5"/>
          </a:solidFill>
          <a:ln>
            <a:solidFill>
              <a:srgbClr val="93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D33682"/>
                </a:solidFill>
              </a:defRPr>
            </a:pPr>
            <a:r>
              <a:t>197s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86E75"/>
                </a:solidFill>
              </a:defRPr>
            </a:pPr>
            <a:r>
              <a:t>Video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586E75"/>
                </a:solidFill>
              </a:defRPr>
            </a:pPr>
            <a:r>
              <a:t>MPV: 34.7% • Sedan: 19.5% • Hatchback: 16.1% • Offroad: 12.0%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Insights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Pickup &amp; Truck: High accuracy (&gt;90%) due to distinct shapes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MPV: High recall but confused with Crossovers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Real-time capable at 13.6 FPS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Tech Stack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PyTorch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Ultralytics YOLOv8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torchvision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OpenCV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scikit-learn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589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Achievements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86.33% Test Accuracy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All 8 car types handled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End-to-End Pipeline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Video &amp; Image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2800">
                <a:solidFill>
                  <a:srgbClr val="268BD2"/>
                </a:solidFill>
              </a:defRPr>
            </a:pPr>
            <a:r>
              <a:t>Future Work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Vision Transformers (ViT)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Dataset Expansion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Edge Deployment (TensorRT)</a:t>
            </a:r>
          </a:p>
          <a:p>
            <a:pPr>
              <a:defRPr sz="2000">
                <a:solidFill>
                  <a:srgbClr val="657B83"/>
                </a:solidFill>
              </a:defRPr>
            </a:pPr>
            <a:r>
              <a:t>• Vehicle Tracking (DeepSORT)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